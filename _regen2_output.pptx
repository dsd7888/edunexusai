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 Reciprocating I.C.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Petrol Engine: Suction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37536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6801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During the suction stroke, the inlet valve opens, the piston moves downwards, and a vacuum is created, drawing the air-fuel mixture into the cylinder.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Petrol Engine: Compression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Petrol Engine: Power (Expansion)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P-V Diagram for a 4-Stroke Petrol Engine (Otto Cycle)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Example: Calculating Compression Ratio for a Bajaj Pulsar Engine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229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Given: Cylinder bore = 63.5 mm, Stroke length = 62.2 mm, Clearance volume = 10.5 cm³. Find: Compression Ratio.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8503920" cy="27934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Convert units: Bore = 6.35 cm, Stroke = 6.22 cm.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Swept volume (Vs) = (π/4) × Bore² × Stroke = (π/4) × (6.35)² × 6.22 = 196.7 cm³.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Total volume (Vt) = Vs + Vc = 196.7 cm³ + 10.5 cm³ = 207.2 cm³.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Compression Ratio (CR) = Vt / Vc = 207.2 cm³ / 10.5 cm³ = 19.73.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5034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compression ratio for the engine is approximately 19.73:1.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Practice Question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sequences correctly represents the four strokes of a 4-stroke engine?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Intake, Exhaust, Compression, Power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Intake, Compression, Power, Exhaust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Compression, Intake, Power, Exhaust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Power, Intake, Compression, Exhaust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5948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B. The correct sequence is Intake (suction), Compression, Power (expansion), and Exhaust.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Principle: The Four Strokes of a Diesel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Stroke: Piston moves down, air is drawn into the cylinder through the intake valve.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Stroke: Piston moves up, compressing the air, raising its temperature significantly.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Stroke: Fuel is injected and ignites due to high air temperature, forcing the piston down.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Stroke: Piston moves up, expelling combustion gases through the exhaust valve.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engines use compression ignition, where fuel ignites from high air temperature, not a spark plug.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world: Mahindra Bolero engines use this principle for robust power delivery.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Diesel Engine: Suction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Diesel Engine: Compression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37536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6801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During the compression stroke, both intake and exhaust valves are closed, and the piston moves upward, compressing the air inside the cylinder and increasing its temperature.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Diesel Engine: Power (Expansion)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Diesel Engine: Exhaust Stroke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Principle: The Two Strokes of a Petrol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Stroke (Compression &amp; Exhaust): Piston moves up, compressing the fresh charge and expelling exhaust.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Stroke (Power &amp; Intake): Piston moves down, generating power and drawing fresh charge into the crankcase.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intake and exhaust ports are briefly open simultaneously during scavenging.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of petrol and air is pre-mixed and drawn into the crankcase.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plug ignites the compressed charge, initiating the power stroke.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world: Small scooters like TVS XL100 often use 2-stroke engines for simplicity.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 Petrol Engine: Upward Stroke (Compression &amp; Suction)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Principle: The Two Strokes of a Diesel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Stroke (Compression): Piston moves up, compressing the air in the cylinder.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Stroke (Power &amp; Scavenging): Piston moves down, fuel is injected and ignites, exhaust ports open.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is forced into the cylinder by a blower during the scavenging phase to clear exhaust gases.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injection occurs near the end of the compression stroke, igniting due to high air temperature.</a:t>
            </a:r>
            <a:endParaRPr lang="en-US" sz="1700" dirty="0"/>
          </a:p>
          <a:p>
            <a:pPr marL="190500" indent="-190500">
              <a:spcBef>
                <a:spcPts val="1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intake valve; air enters through ports uncovered by the piston.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world: Large marine engines and some heavy-duty trucks utilize 2-stroke diesel designs.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 Diesel Engine: Upward Stroke (Compression)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 Diesel Engine: Downward Stroke (Power &amp; Scavenging)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41650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2-Stroke vs. 4-Stroke Engines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2-Stroke: Completes power cycle in one crankshaft revolution (two strokes).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4-Stroke: Completes power cycle in two crankshaft revolutions (four strokes).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2-Stroke: Higher power-to-weight ratio, simpler construction, fewer moving parts.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4-Stroke: Better fuel economy, lower emissions, longer engine life.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2-Stroke: Lubrication by mixing oil with fuel, leading to higher oil consumption.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4-Stroke: Separate lubrication system (sump), reducing oil consumption and emissions.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world: 2-stroke engines are common in scooters like TVS XL100.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Petrol (Spark Ignition) vs. Diesel (Compression Ignition) Engines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Engine: Uses a spark plug to ignite the air-fuel mixture.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Engine: Ignites fuel by compressing air to a high temperature.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Engine: Operates on Otto cycle, typically uses lower compression ratios.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Engine: Operates on Diesel cycle, uses higher compression ratios.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Engine: Uses carburettor or fuel injection for air-fuel mixing.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Engine: Fuel is injected directly into the cylinder at high pressure.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 world: Most cars in India, like Maruti Swift, use petrol engines.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of I.C. Engines: Key Performance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Efficiency: Ratio of useful work output to total heat input from fuel.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Efficiency: Ratio of brake power to indicated power.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Efficiency: Ratio of actual air drawn in to the swept volume.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Power (BP): Actual power available at the crankshaft for useful work.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Indicated Power (IP): Power developed inside the engine cylinder.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Fuel Consumption (SFC): Fuel consumed per unit of power output.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Higher efficiency means more work from less fuel.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Efficiency: Definition and Calculation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2860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efficiency (η_th): Measures how effectively an engine converts fuel energy into mechanical work.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ratio of the net work output to the total heat supplied by the fuel.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η_th = (Work Output / Heat Input) × 100%.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Output: Can be brake power or indicated power, depending on the context.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Input: Calculated as mass of fuel consumed multiplied by its calorific value.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thermal efficiency implies better fuel utilization and lower operating costs.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8138160" cy="5029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747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η_th = (Work Output / Heat Input) × 100%.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Carnot cycle sets the theoretical maximum thermal efficiency.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Example: Calculating Thermal Efficiency of a Mahindra Bolero Engine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229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Given: Brake power = 30 kW, Fuel consumption = 10 kg/hr, Calorific value = 42 MJ/kg. Find: Thermal efficiency.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8503920" cy="27934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Convert fuel consumption to kg/s: ṁ_f = 10 kg/hr / 3600 s/hr = 0.002778 kg/s.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Calculate heat input rate: Q_in = ṁ_f × CV = 0.002778 kg/s × 42 × 10^6 J/kg = 116676 J/s.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Convert brake power to Watts: BP = 30 kW = 30000 W.</a:t>
            </a:r>
            <a:endParaRPr lang="en-US" sz="1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Calculate thermal efficiency: η_th = (BP / Q_in) × 100% = (30000 / 116676) × 100% = 25.71%.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5034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thermal efficiency of the engine is 25.71%.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Practice Question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auto-rickshaw engine consumes 0.5 kg of fuel (calorific value 44 MJ/kg) per hour. It produces 5 kW of brake power. What is its brake thermal efficiency?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8.18%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10.23%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12.50%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15.00%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5948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A. Fuel power = 0.5 kg/hr  (1/3600 hr/s)  44 MJ/kg = 6.11 kW. Efficiency = (5 kW / 6.11 kW) * 100% = 8.18%.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Efficiency: Definition and Importance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efficiency: Ratio of actual air drawn into cylinder to theoretical volume.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volume: Calculated based on engine's swept volume and number of strokes.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affecting it: Intake manifold design, valve timing, exhaust back pressure.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volumetric efficiency: More air enters, leading to better combustion and power.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Crucial for engine performance, especially in naturally aspirated engines.</a:t>
            </a:r>
            <a:endParaRPr lang="en-US" sz="1600" dirty="0"/>
          </a:p>
          <a:p>
            <a:pPr marL="190500" indent="-190500">
              <a:spcBef>
                <a:spcPts val="1000"/>
              </a:spcBef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world: Turbochargers and superchargers are used in cars like Mahindra XUV700 to increase volumetric efficiency.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Higher volumetric efficiency means more air, leading to more power output.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Efficiency: Definition and Factors Affecting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8503920" cy="2880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efficiency: Ratio of brake power (output) to indicated power (input).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Indicated power: Power developed inside the cylinder by combustion of fuel.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power: Actual power delivered at the crankshaft, available for useful work.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Frictional losses: Power lost due to friction between moving parts (piston, bearings).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affecting it: Engine design, lubrication quality, operating temperature, engine speed.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Indicates how effectively an engine converts internal combustion power into usable power.</a:t>
            </a:r>
            <a:endParaRPr lang="en-US" sz="1400" dirty="0"/>
          </a:p>
          <a:p>
            <a:pPr marL="190500" indent="-190500">
              <a:spcBef>
                <a:spcPts val="7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world: Good quality engine oils like Castrol GTX reduce friction, improving mechanical efficiency and fuel economy.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Mechanical efficiency accounts for all power losses within the engine itself.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777240"/>
            <a:ext cx="64008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I.C. Engines: Convert chemical energy of fuel into mechanical work.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2-Stroke Engines: Power stroke every revolution, simpler design, higher power-to-weight ratio.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4-Stroke Engines: Four strokes per cycle (intake, compression, power, exhaust), better fuel efficiency.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Engines: Use spark ignition, lower compression ratio, suitable for lighter vehicles.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Engines: Use compression ignition, higher compression ratio, better fuel economy.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Efficiency: Thermal, volumetric, and mechanical efficiencies are key performance metrics.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Properties: Calorific value and ignition quality impact engine performance and emissions.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320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Basics of I.C. Engines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I.C. Engines: Construction, Working, and Efficiency</dc:title>
  <dc:subject>Basics of Civil &amp; Mechanical Engineering (SECV1040)</dc:subject>
  <dc:creator>PptxGenJS</dc:creator>
  <cp:lastModifiedBy>PptxGenJS</cp:lastModifiedBy>
  <cp:revision>1</cp:revision>
  <dcterms:created xsi:type="dcterms:W3CDTF">2026-06-26T07:15:29Z</dcterms:created>
  <dcterms:modified xsi:type="dcterms:W3CDTF">2026-06-26T07:15:29Z</dcterms:modified>
</cp:coreProperties>
</file>