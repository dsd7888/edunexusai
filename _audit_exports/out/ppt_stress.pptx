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AU-EXPORTS Stress Deck — Sample text मापदंड 🔬 with symbols: ∴ A ⊂ B, P ⇒ Q, da…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of Vibrations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Damped Oscillations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Damped Oscillations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56032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11630"/>
            <a:ext cx="3517392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28900"/>
            <a:ext cx="256032" cy="176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423666"/>
            <a:ext cx="3209544" cy="1706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868680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check: Sample text मापदंड 🔬 with symbols: ∴ A ⊂ B, P ⇒ Q, damping ζ and ξ, em—dash, café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64008" cy="39136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22960"/>
            <a:ext cx="850392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2700000">
              <a:srgbClr val="CBD5E1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868680"/>
            <a:ext cx="25603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102614"/>
            <a:ext cx="4209288" cy="3779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1714500"/>
            <a:ext cx="25603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959102"/>
            <a:ext cx="4742688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" y="2560320"/>
            <a:ext cx="256032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862834"/>
            <a:ext cx="4425696" cy="2407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040" y="3406140"/>
            <a:ext cx="8503920" cy="8458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190500" indent="-1905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unicode bullet: Sample text मापदंड 🔬 with symbols: ∴ A ⊂ B, P ⇒ Q, damping ζ and ξ, em—dash, café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Circuit (SVG)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20040" y="868680"/>
            <a:ext cx="8503920" cy="37536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6801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Simple RC low-pass diagram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Fracture Decision Flow (Mermaid)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439369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8503920" cy="37536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8012"/>
            <a:ext cx="914400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4668012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Load vs deflection decision flow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13232"/>
            <a:ext cx="9144000" cy="3657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Worked Example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8503920" cy="82296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7634"/>
            <a:ext cx="8321040" cy="19361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0918"/>
            <a:ext cx="2974848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595372"/>
            <a:ext cx="8503920" cy="931164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Solve for constants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12870"/>
            <a:ext cx="3294888" cy="158496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0" y="4503420"/>
            <a:ext cx="9144000" cy="6400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722876"/>
            <a:ext cx="1621536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71600" y="777240"/>
            <a:ext cx="64008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8780"/>
            <a:ext cx="219456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697480"/>
            <a:ext cx="7863840" cy="1783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Unicode: Sample text मापदंड 🔬 with symbols: ∴ A ⊂ B, P ⇒ Q, damping ζ and ξ, em—dash, café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320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Damped Oscillations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48920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AU-EXPORTS Stress Deck</dc:title>
  <dc:subject>Mechanics of Vibrations</dc:subject>
  <dc:creator>PptxGenJS</dc:creator>
  <cp:lastModifiedBy>PptxGenJS</cp:lastModifiedBy>
  <cp:revision>1</cp:revision>
  <dcterms:created xsi:type="dcterms:W3CDTF">2026-08-17T04:21:55Z</dcterms:created>
  <dcterms:modified xsi:type="dcterms:W3CDTF">2026-08-17T04:21:55Z</dcterms:modified>
</cp:coreProperties>
</file>